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210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>
            <a:extLst>
              <a:ext uri="{FF2B5EF4-FFF2-40B4-BE49-F238E27FC236}">
                <a16:creationId xmlns:a16="http://schemas.microsoft.com/office/drawing/2014/main" id="{545CB75C-E51B-4B05-09AB-EF1578CB63D5}"/>
              </a:ext>
            </a:extLst>
          </p:cNvPr>
          <p:cNvGrpSpPr/>
          <p:nvPr/>
        </p:nvGrpSpPr>
        <p:grpSpPr>
          <a:xfrm>
            <a:off x="709347" y="481921"/>
            <a:ext cx="1368477" cy="1101090"/>
            <a:chOff x="709347" y="481921"/>
            <a:chExt cx="1368477" cy="1101090"/>
          </a:xfrm>
        </p:grpSpPr>
        <p:pic>
          <p:nvPicPr>
            <p:cNvPr id="30" name="图形 29" descr="男人 纯色填充">
              <a:extLst>
                <a:ext uri="{FF2B5EF4-FFF2-40B4-BE49-F238E27FC236}">
                  <a16:creationId xmlns:a16="http://schemas.microsoft.com/office/drawing/2014/main" id="{04B3EBC2-40BB-B2D7-E720-8DCB745A01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0686" y="481921"/>
              <a:ext cx="914400" cy="914400"/>
            </a:xfrm>
            <a:prstGeom prst="rect">
              <a:avLst/>
            </a:prstGeom>
          </p:spPr>
        </p:pic>
        <p:pic>
          <p:nvPicPr>
            <p:cNvPr id="28" name="图形 27" descr="男人 纯色填充">
              <a:extLst>
                <a:ext uri="{FF2B5EF4-FFF2-40B4-BE49-F238E27FC236}">
                  <a16:creationId xmlns:a16="http://schemas.microsoft.com/office/drawing/2014/main" id="{7E671D79-20FE-870D-D148-BA8B8F8242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2086" y="481921"/>
              <a:ext cx="914400" cy="914400"/>
            </a:xfrm>
            <a:prstGeom prst="rect">
              <a:avLst/>
            </a:prstGeom>
          </p:spPr>
        </p:pic>
        <p:pic>
          <p:nvPicPr>
            <p:cNvPr id="20" name="图形 19" descr="男人 纯色填充">
              <a:extLst>
                <a:ext uri="{FF2B5EF4-FFF2-40B4-BE49-F238E27FC236}">
                  <a16:creationId xmlns:a16="http://schemas.microsoft.com/office/drawing/2014/main" id="{C6534BDB-8FDF-7850-A87A-F8E87A24A3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9347" y="668611"/>
              <a:ext cx="914400" cy="914400"/>
            </a:xfrm>
            <a:prstGeom prst="rect">
              <a:avLst/>
            </a:prstGeom>
          </p:spPr>
        </p:pic>
        <p:pic>
          <p:nvPicPr>
            <p:cNvPr id="24" name="图形 23" descr="男人 纯色填充">
              <a:extLst>
                <a:ext uri="{FF2B5EF4-FFF2-40B4-BE49-F238E27FC236}">
                  <a16:creationId xmlns:a16="http://schemas.microsoft.com/office/drawing/2014/main" id="{B1BEC3D6-F88D-F984-E8B3-7701133870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7947" y="668611"/>
              <a:ext cx="914400" cy="914400"/>
            </a:xfrm>
            <a:prstGeom prst="rect">
              <a:avLst/>
            </a:prstGeom>
          </p:spPr>
        </p:pic>
        <p:pic>
          <p:nvPicPr>
            <p:cNvPr id="26" name="图形 25" descr="男人 纯色填充">
              <a:extLst>
                <a:ext uri="{FF2B5EF4-FFF2-40B4-BE49-F238E27FC236}">
                  <a16:creationId xmlns:a16="http://schemas.microsoft.com/office/drawing/2014/main" id="{7D3E251A-A2F5-EE9E-82EC-45DC370E85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3424" y="668611"/>
              <a:ext cx="914400" cy="914400"/>
            </a:xfrm>
            <a:prstGeom prst="rect">
              <a:avLst/>
            </a:prstGeom>
          </p:spPr>
        </p:pic>
      </p:grp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19B1C89-6142-D3C8-6F8C-70D14D0E9246}"/>
              </a:ext>
            </a:extLst>
          </p:cNvPr>
          <p:cNvCxnSpPr/>
          <p:nvPr/>
        </p:nvCxnSpPr>
        <p:spPr>
          <a:xfrm>
            <a:off x="1965086" y="1125811"/>
            <a:ext cx="152487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BF34544-0EDA-BDDE-EBEC-855630264F6E}"/>
              </a:ext>
            </a:extLst>
          </p:cNvPr>
          <p:cNvSpPr txBox="1"/>
          <p:nvPr/>
        </p:nvSpPr>
        <p:spPr>
          <a:xfrm>
            <a:off x="2276117" y="81803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数据收集</a:t>
            </a:r>
          </a:p>
        </p:txBody>
      </p:sp>
      <p:sp>
        <p:nvSpPr>
          <p:cNvPr id="34" name="流程图: 磁盘 33">
            <a:extLst>
              <a:ext uri="{FF2B5EF4-FFF2-40B4-BE49-F238E27FC236}">
                <a16:creationId xmlns:a16="http://schemas.microsoft.com/office/drawing/2014/main" id="{D493B7A5-86BA-2FAE-EECB-F6706D300B54}"/>
              </a:ext>
            </a:extLst>
          </p:cNvPr>
          <p:cNvSpPr/>
          <p:nvPr/>
        </p:nvSpPr>
        <p:spPr>
          <a:xfrm>
            <a:off x="3602699" y="668611"/>
            <a:ext cx="1272540" cy="859107"/>
          </a:xfrm>
          <a:prstGeom prst="flowChartMagneticDisk">
            <a:avLst/>
          </a:prstGeom>
          <a:solidFill>
            <a:srgbClr val="A6CAE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专家数据集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BBD28A9-F0DE-1FDD-2199-AFE923E6FED2}"/>
              </a:ext>
            </a:extLst>
          </p:cNvPr>
          <p:cNvSpPr/>
          <p:nvPr/>
        </p:nvSpPr>
        <p:spPr>
          <a:xfrm>
            <a:off x="643703" y="2802211"/>
            <a:ext cx="1434121" cy="859106"/>
          </a:xfrm>
          <a:prstGeom prst="rect">
            <a:avLst/>
          </a:prstGeom>
          <a:solidFill>
            <a:srgbClr val="A6CAE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动作生成网络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Actor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81695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</Words>
  <Application>Microsoft Office PowerPoint</Application>
  <DocSecurity>0</DocSecurity>
  <PresentationFormat>宽屏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宋体</vt:lpstr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逸嘉 杨</cp:lastModifiedBy>
  <cp:revision>2</cp:revision>
  <dcterms:created xsi:type="dcterms:W3CDTF">2026-07-07T14:29:23Z</dcterms:created>
  <dcterms:modified xsi:type="dcterms:W3CDTF">2026-07-07T14:56:12Z</dcterms:modified>
</cp:coreProperties>
</file>